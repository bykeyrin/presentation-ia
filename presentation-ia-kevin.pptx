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A623"/>
                </a:solidFill>
              </a:defRPr>
            </a:pPr>
            <a:r>
              <a:t>Kevin LECA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DF4"/>
                </a:solidFill>
              </a:defRPr>
            </a:pPr>
            <a:r>
              <a:t>Testeur expérimenté · Intelligence Artificielle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AA8BC"/>
                </a:solidFill>
              </a:defRPr>
            </a:pPr>
            <a:r>
              <a:t>Infrastructure maison  ·  Agents IA spécialisés  ·  Approche DevOps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A8BC"/>
                </a:solidFill>
              </a:defRPr>
            </a:pPr>
            <a:r>
              <a:t>📅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A6FF"/>
                </a:solidFill>
              </a:defRPr>
            </a:pPr>
            <a:r>
              <a:t>github.com/ByKeyrin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</a:defRPr>
            </a:pPr>
            <a:r>
              <a:t>🖥️  Mon environnement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8BC"/>
                </a:solidFill>
              </a:defRPr>
            </a:pPr>
            <a:r>
              <a:t>Serveur personnel auto-hébergé — virtualisation, Docker, supervision, réseau privé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949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⚙️ Serveur &amp;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AMD Ryzen 5 5600X — 4 vCores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7,1 Go RAM · 20 Go disque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Ubuntu 26.04 LTS (VM)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Docker +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🧱 Stack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Nginx (reverse proxy)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PostgreSQL 17 + pgAdmin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Portainer · Netdata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Redis · Node.js (Express)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53949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🌐 Réseau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VPN mesh Tailscale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Appareils famille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Accès via Nginx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Auto-hébergé, zéro 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14800"/>
            <a:ext cx="53949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🔒 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54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HTTPS (en cours)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Firewall restrictif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486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Services conteneurisés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F4"/>
                </a:solidFill>
              </a:defRPr>
            </a:pPr>
            <a:r>
              <a:t>• VPN Tailscale uniquement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</a:defRPr>
            </a:pPr>
            <a:r>
              <a:t>🤖  Mon approche de l'IA — 6 agents spécialisés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8BC"/>
                </a:solidFill>
              </a:defRPr>
            </a:pPr>
            <a:r>
              <a:t>Hermes Agent (Nous Research) — orchestration par délégation à des agents experts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35661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🎨 Pixel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Rôle :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8BC"/>
                </a:solidFill>
              </a:defRPr>
            </a:pPr>
            <a:r>
              <a:t>Skills : React, Vue,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→ Interfaces, composants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5661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🔧 Rotor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Rôle :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8BC"/>
                </a:solidFill>
              </a:defRPr>
            </a:pPr>
            <a:r>
              <a:t>Skills : Node.js, Python, APIs, BDD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→ Logique serveur, API 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661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⚡ Temper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Rôle : QA /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8BC"/>
                </a:solidFill>
              </a:defRPr>
            </a:pPr>
            <a:r>
              <a:t>Skills : Playwright, Jest, Cypress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→ Tests E2E &amp; unitaires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14800"/>
            <a:ext cx="35661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📝 Bic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Rôle :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8BC"/>
                </a:solidFill>
              </a:defRPr>
            </a:pPr>
            <a:r>
              <a:t>Skills : Doxygen, README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→ Docs techniques, guides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4114800"/>
            <a:ext cx="35661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🚀 Turbo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Rôle : DevOps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8BC"/>
                </a:solidFill>
              </a:defRPr>
            </a:pPr>
            <a:r>
              <a:t>Skills : Docker, CI/CD, GitHub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→ Builds, déploiements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114800"/>
            <a:ext cx="3566160" cy="219456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🏋️ Ronnie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Rôle : Sport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8BC"/>
                </a:solidFill>
              </a:defRPr>
            </a:pPr>
            <a:r>
              <a:t>Skills : Entraînement, suivi perf.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→ Programmes sportifs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</a:defRPr>
            </a:pPr>
            <a:r>
              <a:t>🔁  Workflow de délégation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320040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E8EDF4"/>
                </a:solidFill>
              </a:defRPr>
            </a:pPr>
            <a:r>
              <a:t>🗣️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</a:defRPr>
            </a:pPr>
            <a:r>
              <a:t>1. Instruction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4"/>
                </a:solidFill>
              </a:defRPr>
            </a:pPr>
            <a:r>
              <a:t>En langage naturel,</a:t>
            </a:r>
            <a:br/>
            <a:r>
              <a:t>comme à un collègue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320040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E8EDF4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</a:defRPr>
            </a:pPr>
            <a:r>
              <a:t>2.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747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4"/>
                </a:solidFill>
              </a:defRPr>
            </a:pPr>
            <a:r>
              <a:t>L'agent central analyse</a:t>
            </a:r>
            <a:br/>
            <a:r>
              <a:t>et délègue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560320" cy="320040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E8EDF4"/>
                </a:solidFill>
              </a:defRPr>
            </a:pPr>
            <a: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</a:defRPr>
            </a:pPr>
            <a:r>
              <a:t>3. Exécution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4"/>
                </a:solidFill>
              </a:defRPr>
            </a:pPr>
            <a:r>
              <a:t>Terminal, fichiers, web,</a:t>
            </a:r>
            <a:br/>
            <a:r>
              <a:t>Google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560320" cy="320040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E8EDF4"/>
                </a:solidFill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A623"/>
                </a:solidFill>
              </a:defRPr>
            </a:pPr>
            <a:r>
              <a:t>4. 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4747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DF4"/>
                </a:solidFill>
              </a:defRPr>
            </a:pPr>
            <a:r>
              <a:t>Vérification puis</a:t>
            </a:r>
            <a:br/>
            <a:r>
              <a:t>livrable prêt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</a:defRPr>
            </a:pPr>
            <a:r>
              <a:t>🚀  Réalisations concrètes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74320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A623"/>
                </a:solidFill>
              </a:defRPr>
            </a:pPr>
            <a:r>
              <a:t>22/22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A8BC"/>
                </a:solidFill>
              </a:defRPr>
            </a:pPr>
            <a:r>
              <a:t>Tests Playwright</a:t>
            </a:r>
            <a:br/>
            <a:r>
              <a:t>verts 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74320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A623"/>
                </a:solidFill>
              </a:defRPr>
            </a:pPr>
            <a:r>
              <a:t>874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A8BC"/>
                </a:solidFill>
              </a:defRPr>
            </a:pPr>
            <a:r>
              <a:t>Tests générés</a:t>
            </a:r>
            <a:br/>
            <a:r>
              <a:t>(doc technique)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274320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A623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A8BC"/>
                </a:solidFill>
              </a:defRPr>
            </a:pPr>
            <a:r>
              <a:t>Agents IA</a:t>
            </a:r>
            <a:br/>
            <a:r>
              <a:t>spécialisés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188720"/>
            <a:ext cx="274320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A623"/>
                </a:solidFill>
              </a:defRPr>
            </a:pPr>
            <a:r>
              <a:t>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A8BC"/>
                </a:solidFill>
              </a:defRPr>
            </a:pPr>
            <a:r>
              <a:t>Services Docker</a:t>
            </a:r>
            <a:br/>
            <a:r>
              <a:t>en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🎁 Liste de cadeaux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DF4"/>
                </a:solidFill>
              </a:defRPr>
            </a:pPr>
            <a:r>
              <a:t>Refactoring complet · 22 tests Playwright E2E · CI/CD GitHub Actions · Déploiement Pages auto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8BC"/>
                </a:solidFill>
              </a:defRPr>
            </a:pPr>
            <a:r>
              <a:t>Pixel + Rotor + Temper + Turbo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🖥️ Portail personnel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DF4"/>
                </a:solidFill>
              </a:defRPr>
            </a:pPr>
            <a:r>
              <a:t>Express + PostgreSQL + Redis · Nginx reverse proxy · Monitoring Netdata · Gestion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8BC"/>
                </a:solidFill>
              </a:defRPr>
            </a:pPr>
            <a:r>
              <a:t>Rotor + Turbo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📄 Analyse doc technique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DF4"/>
                </a:solidFill>
              </a:defRPr>
            </a:pPr>
            <a:r>
              <a:t>Manuel complexe analysé · 874 tests générés automatiquement · Format outil interne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8BC"/>
                </a:solidFill>
              </a:defRPr>
            </a:pPr>
            <a:r>
              <a:t>Rotor + Temper + Bic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</a:defRPr>
            </a:pPr>
            <a:r>
              <a:t>🔗 Google Workspace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DF4"/>
                </a:solidFill>
              </a:defRPr>
            </a:pPr>
            <a:r>
              <a:t>Drive, Calendar, Sheets, Gmail intégrés · Automatisation de fichiers et événements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760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8BC"/>
                </a:solidFill>
              </a:defRPr>
            </a:pPr>
            <a:r>
              <a:t>Jarvis (orchestrateur)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</a:defRPr>
            </a:pPr>
            <a:r>
              <a:t>🎯  Pertinence pour le poste de testeur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57784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</a:defRPr>
            </a:pPr>
            <a:r>
              <a:t>⚡ Productivité accrue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L'IA comme accélérateur : ce qui prenait des jours (874 tests) se génère en une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57784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</a:defRPr>
            </a:pPr>
            <a:r>
              <a:t>📋 Génération de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Tests créés automatiquement à partir de spécifications techniques complexes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26080"/>
            <a:ext cx="557784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</a:defRPr>
            </a:pPr>
            <a:r>
              <a:t>🔄 Industrialisation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CI/CD GitHub Actions : lint + tests à chaque commit, déploiement automatique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557784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</a:defRPr>
            </a:pPr>
            <a:r>
              <a:t>📝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Plans de tests, README, CHANGELOG générés systématiquement à chaque livraison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663440"/>
            <a:ext cx="557784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</a:defRPr>
            </a:pPr>
            <a:r>
              <a:t>🔍 Fiabilité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Vérification par exécution réelle : 22 tests Playwright, 100% passants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577840" cy="146304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</a:defRPr>
            </a:pPr>
            <a:r>
              <a:t>🧠 Méthodologie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F4"/>
                </a:solidFill>
              </a:defRPr>
            </a:pPr>
            <a:r>
              <a:t>Je garde la main sur la validation — l'IA accélère, l'ingénieur garantit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A623"/>
                </a:solidFill>
              </a:defRPr>
            </a:pPr>
            <a:r>
              <a:t>✉️ 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EDF4"/>
                </a:solidFill>
              </a:defRPr>
            </a:pPr>
            <a:r>
              <a:t>🐙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8A6FF"/>
                </a:solidFill>
              </a:defRPr>
            </a:pPr>
            <a:r>
              <a:t>github.com/ByKeyrin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EDF4"/>
                </a:solidFill>
              </a:defRPr>
            </a:pPr>
            <a:r>
              <a:t>💼 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749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8A6FF"/>
                </a:solidFill>
              </a:defRPr>
            </a:pPr>
            <a:r>
              <a:t>linkedin.com/in/kevin-leca-336a3511a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EDF4"/>
                </a:solidFill>
              </a:defRPr>
            </a:pPr>
            <a:r>
              <a:t>✉️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8A6FF"/>
                </a:solidFill>
              </a:defRPr>
            </a:pPr>
            <a:r>
              <a:t>lecak.kevin.pierre@gmail.com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8BC"/>
                </a:solidFill>
              </a:defRPr>
            </a:pPr>
            <a:r>
              <a:t>Présentation réalisée avec mon équipe d'agents IA · Hermes Agent (Nous Research)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